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生涯发展展示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我的起点，是一张白纸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三条线交汇，我的目标才站得住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先保研读研，再走进产业与科研一线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编程零基础，我先给自己建了一所学校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英语不靠感觉，量化到分数和天数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从用 AI，到亲手做 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智能车，让代码第一次跑进现实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我的成长，全都看得见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成长不是直线，是三次主动改道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目标已经定下，闭环已经转起来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生涯发展展示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